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ResumeAI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ATS Resume Analyzer &amp; Live Editor</a:t>
            </a:r>
          </a:p>
          <a:p>
            <a:r>
              <a:t>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seekers struggle to pass ATS (Applicant Tracking Systems).</a:t>
            </a:r>
          </a:p>
          <a:p>
            <a:r>
              <a:t>Candidates lack feedback on missing keywords or formatting.</a:t>
            </a:r>
          </a:p>
          <a:p>
            <a:r>
              <a:t>Generic resumes fail to match specific job descriptions.</a:t>
            </a:r>
          </a:p>
          <a:p>
            <a:r>
              <a:t>Editing resumes iteratively is tedious and time-consuming.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ResumeAI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intelligent web application that:</a:t>
            </a:r>
          </a:p>
          <a:p>
            <a:r>
              <a:t>Extracts and parses text from uploaded PDF resumes.</a:t>
            </a:r>
          </a:p>
          <a:p>
            <a:r>
              <a:t>Compares candidate skills against target roles or job descriptions.</a:t>
            </a:r>
          </a:p>
          <a:p>
            <a:r>
              <a:t>Provides actionable feedback, ATS scoring, and keyword matching.</a:t>
            </a:r>
          </a:p>
          <a:p>
            <a:r>
              <a:t>Includes a Live Editor and 120+ dynamically generated templates.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NLP Analysis: Keyword extraction and scoring.</a:t>
            </a:r>
          </a:p>
          <a:p>
            <a:r>
              <a:t>2. Job Matching: Compares resume against specific role profiles.</a:t>
            </a:r>
          </a:p>
          <a:p>
            <a:r>
              <a:t>3. Live Resume Editor: Edit parsed text directly in the browser.</a:t>
            </a:r>
          </a:p>
          <a:p>
            <a:r>
              <a:t>4. Template Engine: Generates 120+ unique visual resumes.</a:t>
            </a:r>
          </a:p>
          <a:p>
            <a:r>
              <a:t>5. Progress Tracking: Compare 'Before' and 'After'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- HTML5, CSS3, Vanilla JavaScript (No heavy frameworks)</a:t>
            </a:r>
          </a:p>
          <a:p>
            <a:r>
              <a:t>Backend:</a:t>
            </a:r>
          </a:p>
          <a:p>
            <a:r>
              <a:t>- Python &amp; Flask</a:t>
            </a:r>
          </a:p>
          <a:p>
            <a:r>
              <a:t>- PyPDF2 for text extraction</a:t>
            </a:r>
          </a:p>
          <a:p>
            <a:r>
              <a:t>Deployment:</a:t>
            </a:r>
          </a:p>
          <a:p>
            <a:r>
              <a:t>- Stateless Vercel Serverless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uploads PDF -&gt; Flask backend extracts raw text.</a:t>
            </a:r>
          </a:p>
          <a:p>
            <a:r>
              <a:t>2. Backend calculates keyword overlap and section completeness.</a:t>
            </a:r>
          </a:p>
          <a:p>
            <a:r>
              <a:t>3. Frontend displays dashboard with scores and weaknesses.</a:t>
            </a:r>
          </a:p>
          <a:p>
            <a:r>
              <a:t>4. User edits text in Live Editor -&gt; hits stateless /analyze endpoint.</a:t>
            </a:r>
          </a:p>
          <a:p>
            <a:r>
              <a:t>5. User selects template -&gt; dynamically populates HTML -&gt; saves as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ResumeAI bridges the gap between candidates and recruiters.</a:t>
            </a:r>
          </a:p>
          <a:p>
            <a:r>
              <a:t>Future enhancements:</a:t>
            </a:r>
          </a:p>
          <a:p>
            <a:r>
              <a:t>- Deep Learning for semantic matching (instead of keyword matching).</a:t>
            </a:r>
          </a:p>
          <a:p>
            <a:r>
              <a:t>- OAuth login to save multiple resumes.</a:t>
            </a:r>
          </a:p>
          <a:p>
            <a:r>
              <a:t>- Cover letter generation based on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